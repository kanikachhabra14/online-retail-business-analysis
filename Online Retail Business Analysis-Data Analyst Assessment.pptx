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AEE7E2-4D30-7BB4-1126-1563F2F0C6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7AD00B-33E6-5ADF-AD2F-1AA6ACFD59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6E4AFD-342C-2388-E848-784300AF9B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88F70-E965-4077-A188-5843A2298978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02E402-F2B3-E86E-FF61-C97DC8AF2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5B2538-47E8-0231-C22B-E4A883AE0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006D6-8743-4977-AD1E-9BCE118E41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90142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309311-EB95-12CE-1D36-864A1ED88E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F28469-7411-1A00-8828-BF5D406F20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D26F65-A8F6-F0D2-7760-85DD78AB70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88F70-E965-4077-A188-5843A2298978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EA41F6-578D-F996-A120-09647CB97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079A1A-1BBE-16A8-2C63-2763DE237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006D6-8743-4977-AD1E-9BCE118E41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71941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DE8D8A-23CC-18EC-1A67-D8AC08F20F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707F8C-32FB-D56D-BE1F-BDFF0D5099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AC77C8-1411-B7C5-3331-4BD9DFC64D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88F70-E965-4077-A188-5843A2298978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AD44C8-9489-8D13-5415-C4DB4C8B1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548AC0-4ACB-AB7C-84F3-107F94BF2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006D6-8743-4977-AD1E-9BCE118E41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38104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7225B9-58AA-311D-13B0-579D1F0FEF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9E41EB-6D7C-873C-9761-8AE0A879CE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051DF9-454F-6FB5-A24D-6931C44875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03B73D-D15D-D4F9-C845-B77EFD73E9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88F70-E965-4077-A188-5843A2298978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A11ED3-29A2-99BF-763D-5042DBE72D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4147D7-779A-954E-4AEC-E921E3796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006D6-8743-4977-AD1E-9BCE118E41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97221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DDEC1B-4FA2-99CF-4C57-612E9EE98B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24A078-5CE3-85AA-06BB-91E20761F9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AC10AD-41EF-506C-6044-3FFD8FCDDC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BB2463-90E0-3EFD-CE3F-B2F2C7811F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7E28B0E-C335-DD18-1B5C-CDA71E0F4A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0A3864C-9E10-0994-0844-07F23BAE63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88F70-E965-4077-A188-5843A2298978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E1037D9-1065-6E53-7F42-6C970D2DB9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1E4F34-9507-AAD2-419B-9A066D48A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006D6-8743-4977-AD1E-9BCE118E41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68161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1CBD37-3D24-AAE8-E749-BB8E7798A5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860A8B-4DAA-24AD-F6AE-169C8832AD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88F70-E965-4077-A188-5843A2298978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7AF3F0-A3A8-7FCB-427C-52DE5939B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B29E7B-ECE7-08D5-6760-5A64E0AEA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006D6-8743-4977-AD1E-9BCE118E41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68822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8B0F60-9F3A-EA40-3833-65EE384AE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88F70-E965-4077-A188-5843A2298978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C3C698-A75B-DB2D-3119-F106A5A2E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D009D2-0ABF-BA26-768E-E6DD6BF0A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006D6-8743-4977-AD1E-9BCE118E41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61991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91BCED-5508-678A-30AE-673493954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286995-CA03-8926-C809-351AC958F9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13631D-AE87-4E8F-FF56-D16CA56475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CC18E-3EDC-BFC8-38CD-87E7822C8E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88F70-E965-4077-A188-5843A2298978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631BF1-B8B8-C49B-A29A-5594A70D17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DC3E7F-4778-EE66-0323-E867E3BA7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006D6-8743-4977-AD1E-9BCE118E41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96532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A50457-CCD2-03B5-048A-BD0F5B8935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FF42A6-6352-7686-3872-EB5BBEAF6F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1C3154-8B41-6C55-FCCF-CB33BA70EE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BAC791-5D65-9CC5-C400-6C989797A2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88F70-E965-4077-A188-5843A2298978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5447A9-E7AC-C264-69FB-A92E5F18B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0D17F6-CFBC-5B62-4D6C-4111088E6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006D6-8743-4977-AD1E-9BCE118E41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74142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573B78-3988-5723-2454-B21DFD964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61835B-85F3-E955-FAE2-C76C3E6C54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FCEF54-D8B4-C94C-8CD9-80C94258FB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88F70-E965-4077-A188-5843A2298978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CB1F38-3CD4-7C64-6EDB-E43EF654A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0AB57D-4C96-47CC-5B36-5DA050600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006D6-8743-4977-AD1E-9BCE118E41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27942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4A0C584-D121-2135-34C8-DB68DB0E88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4D1E6E-6685-2388-6C4C-0FC65D7C7D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50F098-D100-4566-A02C-C92CC56C6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88F70-E965-4077-A188-5843A2298978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A2DEE8-8C55-2B68-66BC-5C1F6F2D72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8F98FA-A936-B6F5-E97C-24C5B16B1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006D6-8743-4977-AD1E-9BCE118E41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54800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CFF0078-5A93-6C27-4B84-8586179B53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3B3A24-4347-4183-65F4-AFD730E6E9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28BEA8-F6E0-6387-19B9-7AB5FD97DB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288F70-E965-4077-A188-5843A2298978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F4FEF4-D7DB-C216-266C-C1A7904A95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6DDC55-0406-6E35-2B19-48FA816B4E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7006D6-8743-4977-AD1E-9BCE118E41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53209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C9BE38-54CA-E3CD-9EA0-CBBEA29ECC7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Online Retail Business Analysis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85845A-0B77-DFED-7498-BE830D0A3E0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Data Analyst Assessment | UCI Online Retail II</a:t>
            </a:r>
          </a:p>
        </p:txBody>
      </p:sp>
    </p:spTree>
    <p:extLst>
      <p:ext uri="{BB962C8B-B14F-4D97-AF65-F5344CB8AC3E}">
        <p14:creationId xmlns:p14="http://schemas.microsoft.com/office/powerpoint/2010/main" val="26688562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2C9C9-B530-2A0F-7588-A58824ED7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and 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44C975-02CF-6D7E-BC41-1ED8CC8192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Dataset : UCI Online Retail II</a:t>
            </a:r>
          </a:p>
          <a:p>
            <a:r>
              <a:rPr lang="en-IN" dirty="0"/>
              <a:t>Period : 2009-2011</a:t>
            </a:r>
          </a:p>
          <a:p>
            <a:r>
              <a:rPr lang="en-IN" dirty="0"/>
              <a:t>1M+ transaction records</a:t>
            </a:r>
          </a:p>
          <a:p>
            <a:r>
              <a:rPr lang="en-IN" dirty="0"/>
              <a:t>Cleaning -&gt; Analysis -&gt; Business Insights</a:t>
            </a:r>
          </a:p>
        </p:txBody>
      </p:sp>
    </p:spTree>
    <p:extLst>
      <p:ext uri="{BB962C8B-B14F-4D97-AF65-F5344CB8AC3E}">
        <p14:creationId xmlns:p14="http://schemas.microsoft.com/office/powerpoint/2010/main" val="23883470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793C53-809A-32B8-B329-0ADAF17EC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Findings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83B644-B93F-9B03-ACFE-034385CE30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Highest daily quantity : 87,167 units </a:t>
            </a:r>
          </a:p>
          <a:p>
            <a:r>
              <a:rPr lang="en-IN" dirty="0"/>
              <a:t>Highest invoice activity : 675 invoices</a:t>
            </a:r>
          </a:p>
          <a:p>
            <a:r>
              <a:rPr lang="en-IN" dirty="0"/>
              <a:t>UK recorded the highest transaction quantity</a:t>
            </a:r>
          </a:p>
          <a:p>
            <a:r>
              <a:rPr lang="en-IN" dirty="0"/>
              <a:t>High-volume products were identified</a:t>
            </a:r>
          </a:p>
        </p:txBody>
      </p:sp>
    </p:spTree>
    <p:extLst>
      <p:ext uri="{BB962C8B-B14F-4D97-AF65-F5344CB8AC3E}">
        <p14:creationId xmlns:p14="http://schemas.microsoft.com/office/powerpoint/2010/main" val="37127079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211BD-5FBA-5CAF-9DFF-CD24EEFC4D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Market and Product Deep-Dive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003906-CB15-F392-2D0E-10D3BB0216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UK : 4,410,572 units</a:t>
            </a:r>
          </a:p>
          <a:p>
            <a:r>
              <a:rPr lang="en-IN" dirty="0"/>
              <a:t>Denmark : 227,030 units </a:t>
            </a:r>
          </a:p>
          <a:p>
            <a:r>
              <a:rPr lang="en-IN" dirty="0"/>
              <a:t>EIRE : 188,659 units</a:t>
            </a:r>
          </a:p>
          <a:p>
            <a:r>
              <a:rPr lang="en-IN" dirty="0"/>
              <a:t>Germany : 107,026 units  </a:t>
            </a:r>
          </a:p>
          <a:p>
            <a:r>
              <a:rPr lang="en-IN" dirty="0"/>
              <a:t>High-volume products require attention for inventory planning</a:t>
            </a:r>
          </a:p>
        </p:txBody>
      </p:sp>
    </p:spTree>
    <p:extLst>
      <p:ext uri="{BB962C8B-B14F-4D97-AF65-F5344CB8AC3E}">
        <p14:creationId xmlns:p14="http://schemas.microsoft.com/office/powerpoint/2010/main" val="11362589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C4A5D-5B07-5290-8710-4F0616B272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A11573-8DF1-CD38-01E8-C692D7F628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IN" dirty="0"/>
              <a:t>Improve inventory planning for high-demand products.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Increase operational capacity during peak periods.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Explore growth opportunities in non-UK European markets.</a:t>
            </a:r>
          </a:p>
        </p:txBody>
      </p:sp>
    </p:spTree>
    <p:extLst>
      <p:ext uri="{BB962C8B-B14F-4D97-AF65-F5344CB8AC3E}">
        <p14:creationId xmlns:p14="http://schemas.microsoft.com/office/powerpoint/2010/main" val="37205392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16E95-B67E-9793-F1E0-168E470F27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Expected Business Impact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E05E19-5427-95D1-DD77-978E28D064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Reduce stock-out risk</a:t>
            </a:r>
          </a:p>
          <a:p>
            <a:r>
              <a:rPr lang="en-IN" dirty="0"/>
              <a:t>Improve order processing efficiency</a:t>
            </a:r>
          </a:p>
          <a:p>
            <a:r>
              <a:rPr lang="en-IN" dirty="0"/>
              <a:t>Reduce peak-period delays</a:t>
            </a:r>
          </a:p>
          <a:p>
            <a:r>
              <a:rPr lang="en-IN" dirty="0"/>
              <a:t>Increase international growth opportunities</a:t>
            </a:r>
          </a:p>
        </p:txBody>
      </p:sp>
    </p:spTree>
    <p:extLst>
      <p:ext uri="{BB962C8B-B14F-4D97-AF65-F5344CB8AC3E}">
        <p14:creationId xmlns:p14="http://schemas.microsoft.com/office/powerpoint/2010/main" val="26130776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11C1C7-D4F5-2E4B-1E12-1C1EC41352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Limitations and Next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F18E47-E079-87E1-3ADE-748BFD4E1C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Missing Customer IDs limit customer-level analysis</a:t>
            </a:r>
          </a:p>
          <a:p>
            <a:r>
              <a:rPr lang="en-IN" dirty="0"/>
              <a:t>Negative quantities  may represent returns/cancellations </a:t>
            </a:r>
          </a:p>
          <a:p>
            <a:r>
              <a:rPr lang="en-IN" dirty="0"/>
              <a:t>Analysis mainly uses quantity and invoice count</a:t>
            </a:r>
          </a:p>
          <a:p>
            <a:r>
              <a:rPr lang="en-IN" dirty="0"/>
              <a:t>Further revenue, customer and year-wise analysis </a:t>
            </a:r>
            <a:r>
              <a:rPr lang="en-IN"/>
              <a:t>is recommended.</a:t>
            </a:r>
          </a:p>
        </p:txBody>
      </p:sp>
    </p:spTree>
    <p:extLst>
      <p:ext uri="{BB962C8B-B14F-4D97-AF65-F5344CB8AC3E}">
        <p14:creationId xmlns:p14="http://schemas.microsoft.com/office/powerpoint/2010/main" val="497426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159</Words>
  <Application>Microsoft Office PowerPoint</Application>
  <PresentationFormat>Widescreen</PresentationFormat>
  <Paragraphs>32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Online Retail Business Analysis </vt:lpstr>
      <vt:lpstr>Data and Methodology</vt:lpstr>
      <vt:lpstr>Key Findings</vt:lpstr>
      <vt:lpstr>Market and Product Deep-Dive</vt:lpstr>
      <vt:lpstr>Recommendations</vt:lpstr>
      <vt:lpstr>Expected Business Impact</vt:lpstr>
      <vt:lpstr>Limitations and Next Steps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kanika chhabra</dc:creator>
  <cp:lastModifiedBy>kanika chhabra</cp:lastModifiedBy>
  <cp:revision>1</cp:revision>
  <dcterms:created xsi:type="dcterms:W3CDTF">2026-09-11T16:04:05Z</dcterms:created>
  <dcterms:modified xsi:type="dcterms:W3CDTF">2026-09-11T16:04:06Z</dcterms:modified>
</cp:coreProperties>
</file>